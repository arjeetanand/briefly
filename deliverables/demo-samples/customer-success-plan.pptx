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c071d1f4794dec" /><Relationship Type="http://schemas.openxmlformats.org/officeDocument/2006/relationships/extended-properties" Target="/docProps/app.xml" Id="R659c02e0bb3c4491" /><Relationship Type="http://schemas.openxmlformats.org/officeDocument/2006/relationships/officeDocument" Target="/ppt/presentation.xml" Id="R84bbe93e35ed40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92541006ba46c3"/>
  </p:sldMasterIdLst>
  <p:notesMasterIdLst>
    <p:notesMasterId xmlns:r="http://schemas.openxmlformats.org/officeDocument/2006/relationships" r:id="R5bce2365bb8e49aa"/>
  </p:notesMasterIdLst>
  <p:sldIdLst>
    <p:sldId xmlns:r="http://schemas.openxmlformats.org/officeDocument/2006/relationships" id="256" r:id="R4e7ef8459b484f0a"/>
    <p:sldId xmlns:r="http://schemas.openxmlformats.org/officeDocument/2006/relationships" id="257" r:id="Rdfad6a1c8d564a9d"/>
    <p:sldId xmlns:r="http://schemas.openxmlformats.org/officeDocument/2006/relationships" id="258" r:id="R5a90f145397d4bc1"/>
    <p:sldId xmlns:r="http://schemas.openxmlformats.org/officeDocument/2006/relationships" id="259" r:id="R1dca8bc454674eb1"/>
    <p:sldId xmlns:r="http://schemas.openxmlformats.org/officeDocument/2006/relationships" id="260" r:id="Rb60789aa097c4fa7"/>
    <p:sldId xmlns:r="http://schemas.openxmlformats.org/officeDocument/2006/relationships" id="261" r:id="Ra66a67f6d96240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60b7a5d44f4fff" /><Relationship Type="http://schemas.openxmlformats.org/officeDocument/2006/relationships/slideMaster" Target="/ppt/slideMasters/slideMaster1.xml" Id="Re392541006ba46c3" /><Relationship Type="http://schemas.openxmlformats.org/officeDocument/2006/relationships/notesMaster" Target="/ppt/notesMasters/notesMaster1.xml" Id="R5bce2365bb8e49aa" /><Relationship Type="http://schemas.openxmlformats.org/officeDocument/2006/relationships/presProps" Target="/ppt/presProps.xml" Id="R93ad15c9c7c44ea3" /><Relationship Type="http://schemas.openxmlformats.org/officeDocument/2006/relationships/tableStyles" Target="/ppt/tableStyles.xml" Id="R850f4f632cce4b67" /><Relationship Type="http://schemas.openxmlformats.org/officeDocument/2006/relationships/slide" Target="/ppt/slides/slide1.xml" Id="R4e7ef8459b484f0a" /><Relationship Type="http://schemas.openxmlformats.org/officeDocument/2006/relationships/slide" Target="/ppt/slides/slide2.xml" Id="Rdfad6a1c8d564a9d" /><Relationship Type="http://schemas.openxmlformats.org/officeDocument/2006/relationships/slide" Target="/ppt/slides/slide3.xml" Id="R5a90f145397d4bc1" /><Relationship Type="http://schemas.openxmlformats.org/officeDocument/2006/relationships/slide" Target="/ppt/slides/slide4.xml" Id="R1dca8bc454674eb1" /><Relationship Type="http://schemas.openxmlformats.org/officeDocument/2006/relationships/slide" Target="/ppt/slides/slide5.xml" Id="Rb60789aa097c4fa7" /><Relationship Type="http://schemas.openxmlformats.org/officeDocument/2006/relationships/slide" Target="/ppt/slides/slide6.xml" Id="Ra66a67f6d96240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d5890043f341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3b04213f7d43aa" /><Relationship Type="http://schemas.openxmlformats.org/officeDocument/2006/relationships/notesMaster" Target="/ppt/notesMasters/notesMaster1.xml" Id="R678d3b36df5e4d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ea9541a1a34838" /><Relationship Type="http://schemas.openxmlformats.org/officeDocument/2006/relationships/notesMaster" Target="/ppt/notesMasters/notesMaster1.xml" Id="R8206176f6d574d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3be5843abd40ae" /><Relationship Type="http://schemas.openxmlformats.org/officeDocument/2006/relationships/notesMaster" Target="/ppt/notesMasters/notesMaster1.xml" Id="Rbf070c8c3ec348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667d332c1f4387" /><Relationship Type="http://schemas.openxmlformats.org/officeDocument/2006/relationships/notesMaster" Target="/ppt/notesMasters/notesMaster1.xml" Id="R505782603db04c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8224a20b674580" /><Relationship Type="http://schemas.openxmlformats.org/officeDocument/2006/relationships/notesMaster" Target="/ppt/notesMasters/notesMaster1.xml" Id="Rfce5ef5bb80d41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8332a4f5ce4a1e" /><Relationship Type="http://schemas.openxmlformats.org/officeDocument/2006/relationships/notesMaster" Target="/ppt/notesMasters/notesMaster1.xml" Id="R72125f855dbd4c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17501bbc441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048b6e4be42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ed4d922694e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283e99f0e42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2ce2e66c04d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f9732231544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571E22-D58D-4CC3-8233-F98689317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E320C0-1DD4-4E22-BAE8-278F854DF2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0C619F-42FD-4F25-841A-1A03E8C29E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B844DD-0185-4C81-AE31-B08528D8A6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BEADC8-566B-44AC-A7B4-AF27038F22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6A5B9C-0EB3-429F-B701-0DF01C7BB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EBAC39-AF47-428F-801E-6E1EF1301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F781AD-1379-43EA-8446-4BDED372C5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B697EB-3FBD-4CCD-92C6-AC184E4F0A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62335D-9973-464A-9395-C033D01557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70771dde0a475c" /><Relationship Type="http://schemas.openxmlformats.org/officeDocument/2006/relationships/slideLayout" Target="/ppt/slideLayouts/slideLayout1.xml" Id="R16fb0854fb1f4b74" /><Relationship Type="http://schemas.openxmlformats.org/officeDocument/2006/relationships/slideLayout" Target="/ppt/slideLayouts/slideLayout2.xml" Id="R5d1ac313bcd04be3" /><Relationship Type="http://schemas.openxmlformats.org/officeDocument/2006/relationships/slideLayout" Target="/ppt/slideLayouts/slideLayout3.xml" Id="Ra2cf673cd37b428a" /><Relationship Type="http://schemas.openxmlformats.org/officeDocument/2006/relationships/slideLayout" Target="/ppt/slideLayouts/slideLayout4.xml" Id="R8c7bb4f3ae234caa" /><Relationship Type="http://schemas.openxmlformats.org/officeDocument/2006/relationships/slideLayout" Target="/ppt/slideLayouts/slideLayout5.xml" Id="R3f41a12ccf9c4a2e" /><Relationship Type="http://schemas.openxmlformats.org/officeDocument/2006/relationships/slideLayout" Target="/ppt/slideLayouts/slideLayout6.xml" Id="R542263207ba441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fb0854fb1f4b74"/>
    <p:sldLayoutId xmlns:r="http://schemas.openxmlformats.org/officeDocument/2006/relationships" id="2147483650" r:id="R5d1ac313bcd04be3"/>
    <p:sldLayoutId xmlns:r="http://schemas.openxmlformats.org/officeDocument/2006/relationships" id="2147483651" r:id="Ra2cf673cd37b428a"/>
    <p:sldLayoutId xmlns:r="http://schemas.openxmlformats.org/officeDocument/2006/relationships" id="2147483652" r:id="R8c7bb4f3ae234caa"/>
    <p:sldLayoutId xmlns:r="http://schemas.openxmlformats.org/officeDocument/2006/relationships" id="2147483653" r:id="R3f41a12ccf9c4a2e"/>
    <p:sldLayoutId xmlns:r="http://schemas.openxmlformats.org/officeDocument/2006/relationships" id="2147483654" r:id="R542263207ba441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d8985df5942cf" /><Relationship Type="http://schemas.openxmlformats.org/officeDocument/2006/relationships/notesSlide" Target="/ppt/notesSlides/notesSlide1.xml" Id="R2338d0b4c69c4a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43e25733d4b47" /><Relationship Type="http://schemas.openxmlformats.org/officeDocument/2006/relationships/notesSlide" Target="/ppt/notesSlides/notesSlide2.xml" Id="R88ee5f5849da47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3a77f5fa344d7" /><Relationship Type="http://schemas.openxmlformats.org/officeDocument/2006/relationships/notesSlide" Target="/ppt/notesSlides/notesSlide3.xml" Id="R1db58f6037d84c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0f5a8dca64fcb" /><Relationship Type="http://schemas.openxmlformats.org/officeDocument/2006/relationships/notesSlide" Target="/ppt/notesSlides/notesSlide4.xml" Id="Rb4017c8d9ce545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bb9f02a244e5a" /><Relationship Type="http://schemas.openxmlformats.org/officeDocument/2006/relationships/notesSlide" Target="/ppt/notesSlides/notesSlide5.xml" Id="R7133c35cf73043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e1f1c77ec470b" /><Relationship Type="http://schemas.openxmlformats.org/officeDocument/2006/relationships/notesSlide" Target="/ppt/notesSlides/notesSlide6.xml" Id="R5c3e0d6ecfd748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CC0A8-E985-43CF-8A29-158F80C1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72285-BCEF-42DB-99B2-FF4BB7D9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PITCHROOM AI  /  EVERYDAY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0390F-BF9D-401E-A835-E79F87B3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SYNTHETIC SAMPLE · SAFE TO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AE9E6-C179-4934-9814-EBBF79B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Northstar Retail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244A8-3F56-445E-ADE3-31DAD055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 30-day analytics onboarding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13B91-2E31-4995-AC35-5828E505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633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Use this deck to practise questions, check the cited slide, and try a spoken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9C648-9E3C-40CE-A9D0-87BB6BC2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43125"/>
            <a:ext cx="2733675" cy="2447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Ask naturally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Check the slide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Rehearse the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2192D-555F-48EA-8AE1-5F3BD504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DB627-1A85-4E4E-8F61-3368BB51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4BC85-6C2D-4ED3-A192-FB84AF9A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CUSTOMER SUCCESS    01 / 06</a:t>
            </a:r>
          </a:p>
        </p:txBody>
      </p:sp>
    </p:spTree>
    <p:extLst>
      <p:ext uri="{BB962C8B-B14F-4D97-AF65-F5344CB8AC3E}">
        <p14:creationId xmlns:p14="http://schemas.microsoft.com/office/powerpoint/2010/main" val="1325272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49542-CD27-4647-A1B7-FCBA362C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CUSTOMER SUCCESS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372A5-DB60-47BF-AEC1-9DCCEDAA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Customer kickoff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F1B9B-5C84-41DB-A733-785E4D70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Practice account · All company and usage details are fictional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FAA1B-1336-4273-BF24-8493512B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6599D-4701-4C23-B6D8-96EDCEAB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0DF91-6082-4EF0-9AF0-93F82466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Customer 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09FB1-6E03-464B-B008-903F4123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Give retail operations leads one reliable view of weekly store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7B121-088A-4859-90F1-B18419D8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4F159-5C37-4A54-8848-DB06CD87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Initial 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E7763-46BD-43B8-B75A-BCE4F10B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Start with 18 operations and finance users across four stores.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468C3-38B4-47C3-82AC-8696D44E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FE4E2-F1E3-46E7-8813-9095A23C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Agreed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32069-8C34-498F-A9BE-6E14113A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By day 30, at least 14 of the 18 users can find and explain their weekly store report.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708FA-261E-43B9-A496-EBECABB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B5F0D-278F-4048-9873-2398DE11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Working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6922D-0DE8-49E4-A497-1ED0C93D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Run a guided 30-day pilot before discussing a wider rollout.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E644A-803A-4102-BC33-094A9A60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33C56-60A0-4C53-9992-CA8A13EF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0B8EE-AC66-49EC-B561-3788887A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CUSTOMER SUCCESS    02 / 06</a:t>
            </a:r>
          </a:p>
        </p:txBody>
      </p:sp>
    </p:spTree>
    <p:extLst>
      <p:ext uri="{BB962C8B-B14F-4D97-AF65-F5344CB8AC3E}">
        <p14:creationId xmlns:p14="http://schemas.microsoft.com/office/powerpoint/2010/main" val="1443405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4EBE7-C620-4594-8FE5-A829DEB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CUSTOMER SUCCESS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FA6DD-E330-41D5-8DA7-9D9B7264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Success measures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BD85B-F9DC-46C1-907E-AE88FA37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Agree how both sides will judge the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7E549-5A0F-4469-AEE2-CF6166ED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F8B04-4656-46CF-AE6F-A04EEA3F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1CF18-F09F-4364-BE70-4C692BBB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3375C-41B9-4FE2-A779-7B7211A9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All 18 invited users can sign in by day 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68F16-D3DA-4417-B849-1575E319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4ED90-B2D0-4741-BD92-3108A92A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Adoption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BB56A-29AD-4B63-8F67-49F579E7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At least 14 users review the weekly report twice by day 30.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4FF5A-AC57-41DC-9C5D-0C291013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D5EF7-5F9E-48A4-92AC-61CA4B60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Report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66865-D1BE-469F-B5B0-E1FD273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Finance signs off on the sales and returns definitions in week two.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7CDB2-2511-4B5C-A5A0-660DB7DD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26477-3FF9-46FA-BA11-3D763B1E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Closeout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8AB2A-252A-40CB-99FD-05083C4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The customer and account lead review usage, unresolved issues, and rollout readiness.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72BC6-4F55-4A47-A891-113E4B27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3B826-2596-4835-8D83-7526D5EC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73F08-F4E1-4CC0-A09E-D8A98564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CUSTOMER SUCCESS    03 / 06</a:t>
            </a:r>
          </a:p>
        </p:txBody>
      </p:sp>
    </p:spTree>
    <p:extLst>
      <p:ext uri="{BB962C8B-B14F-4D97-AF65-F5344CB8AC3E}">
        <p14:creationId xmlns:p14="http://schemas.microsoft.com/office/powerpoint/2010/main" val="263716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DFBC6-7566-4614-884D-D7B5C5A4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CUSTOMER SUCCESS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F2C54-EF75-4C37-A1C3-406BE82D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30-day 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B16CC-B62A-4D90-9A2C-3AB35A39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The customer knows what happens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E62EB-0CD8-450B-8D09-E8426828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5CB8A-5A5C-48D5-B4F8-39931FF1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B0932-6A60-4F68-8F05-F845253A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Day 1 · Kickoff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599F4-5F51-4733-9E4F-D20F034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Confirm the goal, four-store scope, owners, access list, and meeting times.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74665-0D69-492B-9425-4A55FB64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81240-C30A-4B18-A8C1-C3A417ED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Day 5 · First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10236-66A1-43ED-8532-CCF8FC33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Complete access setup and the first guided report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49CF8-5110-48C7-BFF2-11EEB3D2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8F68C-5093-4B65-A215-13FEE863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Day 14 · Midpoint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F51E2-C0A2-4367-A239-FD9CB8B0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Validate sales and returns definitions with finance; resolve reporting gaps.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6FEB9-ED39-41A2-AA64-04AB477B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F7DCA-F912-4A6D-BAB8-379B20AA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Day 30 ·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0EEE5-F415-42BC-AD4E-1744FD7E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Check the agreed adoption outcome and decide whether to extend or expand.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88BFD-5091-402C-A65E-566F5FF3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99132-056C-49C1-8E10-DB181258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6DE30-9630-49FB-AECA-9150CC6D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CUSTOMER SUCCESS    04 / 06</a:t>
            </a:r>
          </a:p>
        </p:txBody>
      </p:sp>
    </p:spTree>
    <p:extLst>
      <p:ext uri="{BB962C8B-B14F-4D97-AF65-F5344CB8AC3E}">
        <p14:creationId xmlns:p14="http://schemas.microsoft.com/office/powerpoint/2010/main" val="1507244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3DDFD-77BE-4EC0-A960-540B2536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CUSTOMER SUCCESS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376EC-8469-462C-847A-A78BD170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Owners and cadence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DCC64-8895-44BF-AEBC-3E381944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Clear responsibility on both sides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5DEEA-6AD7-450F-80A3-EAC0C797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43E78-ACC5-4D8D-857D-17577B94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2750B-617D-4060-92CD-F6CA38B3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Customer sponsor · Asha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49701-B0B7-4239-862C-6D49AB69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Approves scope, makes store leads available, and joins the midpoint and closeout.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DADA5-896D-4091-BB56-621DB8AF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86AD7-EF4F-4A65-955B-74DB471A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Customer operator · Luis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F446C-F5C8-494A-A62D-2E764630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Shares sample workflows and gathers store-team feedback.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E7554-4497-4773-8861-BCA80063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06143-7AD1-41B2-A5A4-DA2C41D2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Account lead · Priya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A2A3D-F515-43BE-9E03-D45FA425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Coordinates the plan, tracks risks, and sends a written weekly recap.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2444B-23E0-43DB-8A3A-0118C27B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A99B6-A936-4407-B657-85318B32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Support · Shared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A4F0E-0291-4E1B-A463-D6A2AD5E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Log product issues in the customer queue; urgent sign-in blocks go to support the same day.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DCB9C-0F58-40FB-A625-42D3D2C9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8ED38-5641-4C5F-B14C-E961E6B3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3E882-496A-4FE2-8AF6-CA208F93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CUSTOMER SUCCESS    05 / 06</a:t>
            </a:r>
          </a:p>
        </p:txBody>
      </p:sp>
    </p:spTree>
    <p:extLst>
      <p:ext uri="{BB962C8B-B14F-4D97-AF65-F5344CB8AC3E}">
        <p14:creationId xmlns:p14="http://schemas.microsoft.com/office/powerpoint/2010/main" val="49483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7AFCE-172F-4A0D-928C-AC9A5F8E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CUSTOMER SUCCESS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F2F50-B4D7-4DE3-90E4-A0EED133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Risks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B8836-7325-4939-BCEE-4A31CD76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Actions for the coming week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D54C3-9F8F-4E23-8C3A-CC8B5104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8EAA1-FD3E-4191-9C75-12B859F2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FD046-1FB8-4FED-A9AC-2F2F488C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Data 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A4787-BFC0-479C-AB7F-F6A819B8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Sales and returns use different finance definitions. Finance will approve them by day 10.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2F595-72CA-4571-93A2-CF1D013B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76D95-3D1B-456D-89DF-41FA3C61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Low participation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49E2A-E354-472E-A94A-64D95B4F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Store schedules can prevent training. Offer two 20-minute sessions per week.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568F8-4CDB-4CA1-8D6F-3196A9B7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047CF-4269-4E0C-96D3-D7593231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16A60-FAE7-4AE5-A7EC-D456B4D2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The customer admin sends the 18-user list two business days before kickoff.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DD602-7A51-496A-BB17-FD6C7B1F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7B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84A0D-D0D0-490E-B26D-C51BD978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08377-DDE3-4FD9-B847-C52E04DF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The weekly check-in is Thursday at 10:00; Priya shares the decisions and owners afterward.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6FC9B-9787-4EDF-80F2-B774BBD6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02F24-DCFC-4544-A413-A9171CE6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5B84E-20CB-4532-A542-F1038C38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CUSTOMER SUCCESS    06 / 06</a:t>
            </a:r>
          </a:p>
        </p:txBody>
      </p:sp>
    </p:spTree>
    <p:extLst>
      <p:ext uri="{BB962C8B-B14F-4D97-AF65-F5344CB8AC3E}">
        <p14:creationId xmlns:p14="http://schemas.microsoft.com/office/powerpoint/2010/main" val="292946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2026-10-10T07:03:47.9960000Z</dcterms:created>
  <dcterms:modified xsi:type="dcterms:W3CDTF">2026-10-10T07:03:47.9960000Z</dcterms:modified>
</coreProperties>
</file>