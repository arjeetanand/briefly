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97da922952474e" /><Relationship Type="http://schemas.openxmlformats.org/officeDocument/2006/relationships/extended-properties" Target="/docProps/app.xml" Id="R2fda3c5ddb1b4718" /><Relationship Type="http://schemas.openxmlformats.org/officeDocument/2006/relationships/officeDocument" Target="/ppt/presentation.xml" Id="R4bdbb41280ab4f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283177075c4740"/>
  </p:sldMasterIdLst>
  <p:notesMasterIdLst>
    <p:notesMasterId xmlns:r="http://schemas.openxmlformats.org/officeDocument/2006/relationships" r:id="R1aca6e3282b44a7b"/>
  </p:notesMasterIdLst>
  <p:sldIdLst>
    <p:sldId xmlns:r="http://schemas.openxmlformats.org/officeDocument/2006/relationships" id="256" r:id="Rfc7eac4963564a15"/>
    <p:sldId xmlns:r="http://schemas.openxmlformats.org/officeDocument/2006/relationships" id="257" r:id="R22dbc9bac3da4bcb"/>
    <p:sldId xmlns:r="http://schemas.openxmlformats.org/officeDocument/2006/relationships" id="258" r:id="Rade62eb01b5340c3"/>
    <p:sldId xmlns:r="http://schemas.openxmlformats.org/officeDocument/2006/relationships" id="259" r:id="Rda9d86598da1400d"/>
    <p:sldId xmlns:r="http://schemas.openxmlformats.org/officeDocument/2006/relationships" id="260" r:id="R12a282e7a8434378"/>
    <p:sldId xmlns:r="http://schemas.openxmlformats.org/officeDocument/2006/relationships" id="261" r:id="R39806b135a5f45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17af9021984186" /><Relationship Type="http://schemas.openxmlformats.org/officeDocument/2006/relationships/slideMaster" Target="/ppt/slideMasters/slideMaster1.xml" Id="R35283177075c4740" /><Relationship Type="http://schemas.openxmlformats.org/officeDocument/2006/relationships/notesMaster" Target="/ppt/notesMasters/notesMaster1.xml" Id="R1aca6e3282b44a7b" /><Relationship Type="http://schemas.openxmlformats.org/officeDocument/2006/relationships/presProps" Target="/ppt/presProps.xml" Id="R55896067276a4a56" /><Relationship Type="http://schemas.openxmlformats.org/officeDocument/2006/relationships/tableStyles" Target="/ppt/tableStyles.xml" Id="Rdc934c11598a459e" /><Relationship Type="http://schemas.openxmlformats.org/officeDocument/2006/relationships/slide" Target="/ppt/slides/slide1.xml" Id="Rfc7eac4963564a15" /><Relationship Type="http://schemas.openxmlformats.org/officeDocument/2006/relationships/slide" Target="/ppt/slides/slide2.xml" Id="R22dbc9bac3da4bcb" /><Relationship Type="http://schemas.openxmlformats.org/officeDocument/2006/relationships/slide" Target="/ppt/slides/slide3.xml" Id="Rade62eb01b5340c3" /><Relationship Type="http://schemas.openxmlformats.org/officeDocument/2006/relationships/slide" Target="/ppt/slides/slide4.xml" Id="Rda9d86598da1400d" /><Relationship Type="http://schemas.openxmlformats.org/officeDocument/2006/relationships/slide" Target="/ppt/slides/slide5.xml" Id="R12a282e7a8434378" /><Relationship Type="http://schemas.openxmlformats.org/officeDocument/2006/relationships/slide" Target="/ppt/slides/slide6.xml" Id="R39806b135a5f45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02de80b8a946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0ad94ef7274a77" /><Relationship Type="http://schemas.openxmlformats.org/officeDocument/2006/relationships/notesMaster" Target="/ppt/notesMasters/notesMaster1.xml" Id="R72719f2ab74a45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85db375a8a4fbd" /><Relationship Type="http://schemas.openxmlformats.org/officeDocument/2006/relationships/notesMaster" Target="/ppt/notesMasters/notesMaster1.xml" Id="Re384159d874044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ac7eba563f49d5" /><Relationship Type="http://schemas.openxmlformats.org/officeDocument/2006/relationships/notesMaster" Target="/ppt/notesMasters/notesMaster1.xml" Id="R2847a96aab624e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cc65fadd484942" /><Relationship Type="http://schemas.openxmlformats.org/officeDocument/2006/relationships/notesMaster" Target="/ppt/notesMasters/notesMaster1.xml" Id="Rcfb336de38154c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f67d8585324cdc" /><Relationship Type="http://schemas.openxmlformats.org/officeDocument/2006/relationships/notesMaster" Target="/ppt/notesMasters/notesMaster1.xml" Id="Rcd5ea3c001a14a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8ae279c99b4618" /><Relationship Type="http://schemas.openxmlformats.org/officeDocument/2006/relationships/notesMaster" Target="/ppt/notesMasters/notesMaster1.xml" Id="Re6d86ee7b36148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da82558bd342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b3f79cb1054b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90a20e74164e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09052b7ac45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8080c8f52844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f92ddd8974c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8E6133-313C-4035-AD30-5AD98693A5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94E664-793A-4210-BD5B-2BE07F102B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51F194-1025-4560-9FA8-030C802FD8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F355C9-9DDE-4EAD-854A-B365FEFA6A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BE95AF-C036-40E0-A365-DFA084220A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E348AC-5228-4F6D-A53E-E7D1A636BB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E854B1-B606-4852-AB6B-E82A8C912B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F15984-6F69-4C4D-B98F-DDA0558989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5D7C66-2759-4C0A-9679-5676BE7B6C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901738-0B46-4DF1-8C76-C8386A7A45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bbdf9f0935425e" /><Relationship Type="http://schemas.openxmlformats.org/officeDocument/2006/relationships/slideLayout" Target="/ppt/slideLayouts/slideLayout1.xml" Id="R1eb3cbcbe1bb45fa" /><Relationship Type="http://schemas.openxmlformats.org/officeDocument/2006/relationships/slideLayout" Target="/ppt/slideLayouts/slideLayout2.xml" Id="R60785a65866a4fa2" /><Relationship Type="http://schemas.openxmlformats.org/officeDocument/2006/relationships/slideLayout" Target="/ppt/slideLayouts/slideLayout3.xml" Id="R15809e118bca4d70" /><Relationship Type="http://schemas.openxmlformats.org/officeDocument/2006/relationships/slideLayout" Target="/ppt/slideLayouts/slideLayout4.xml" Id="R766faca9b32d4d4d" /><Relationship Type="http://schemas.openxmlformats.org/officeDocument/2006/relationships/slideLayout" Target="/ppt/slideLayouts/slideLayout5.xml" Id="R6952344b66e346b2" /><Relationship Type="http://schemas.openxmlformats.org/officeDocument/2006/relationships/slideLayout" Target="/ppt/slideLayouts/slideLayout6.xml" Id="Re828f585e00c4b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b3cbcbe1bb45fa"/>
    <p:sldLayoutId xmlns:r="http://schemas.openxmlformats.org/officeDocument/2006/relationships" id="2147483650" r:id="R60785a65866a4fa2"/>
    <p:sldLayoutId xmlns:r="http://schemas.openxmlformats.org/officeDocument/2006/relationships" id="2147483651" r:id="R15809e118bca4d70"/>
    <p:sldLayoutId xmlns:r="http://schemas.openxmlformats.org/officeDocument/2006/relationships" id="2147483652" r:id="R766faca9b32d4d4d"/>
    <p:sldLayoutId xmlns:r="http://schemas.openxmlformats.org/officeDocument/2006/relationships" id="2147483653" r:id="R6952344b66e346b2"/>
    <p:sldLayoutId xmlns:r="http://schemas.openxmlformats.org/officeDocument/2006/relationships" id="2147483654" r:id="Re828f585e00c4b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5d768e458a4637" /><Relationship Type="http://schemas.openxmlformats.org/officeDocument/2006/relationships/notesSlide" Target="/ppt/notesSlides/notesSlide1.xml" Id="Rf251fe1e0db548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8359f331148c0" /><Relationship Type="http://schemas.openxmlformats.org/officeDocument/2006/relationships/notesSlide" Target="/ppt/notesSlides/notesSlide2.xml" Id="R0ba453916d2f41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924cd27874d31" /><Relationship Type="http://schemas.openxmlformats.org/officeDocument/2006/relationships/notesSlide" Target="/ppt/notesSlides/notesSlide3.xml" Id="R547494bb32e140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0210814f0c40f8" /><Relationship Type="http://schemas.openxmlformats.org/officeDocument/2006/relationships/notesSlide" Target="/ppt/notesSlides/notesSlide4.xml" Id="Rf05abc1879ed4e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739559ceb54901" /><Relationship Type="http://schemas.openxmlformats.org/officeDocument/2006/relationships/notesSlide" Target="/ppt/notesSlides/notesSlide5.xml" Id="Rde74f180e85041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7d177d8c54af0" /><Relationship Type="http://schemas.openxmlformats.org/officeDocument/2006/relationships/notesSlide" Target="/ppt/notesSlides/notesSlide6.xml" Id="Rdc02128248e24d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E98D7-8D83-4882-BEB2-F32894EB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9C22A-3CB7-4783-891A-5BFB1786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PITCHROOM AI  /  EVERYDAY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893C2-ACD0-42BE-BAD7-CF7F5C43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SYNTHETIC SAMPLE · SAFE TO 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6C501-B1B5-4AA6-AB14-0105BEB4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4350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Your first 30 days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659DF-849D-406A-A59F-C2289001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A clear start for a new operations analyst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1C675-DAE9-4200-A113-EDE327C3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633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Use this deck to practise questions, check the cited slide, and try a spoken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9DA3B-B209-4939-BE8A-53843F1F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43125"/>
            <a:ext cx="2733675" cy="2447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VOICE</a:t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  Ask naturally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  Check the slide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  Rehearse the 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ABBD4-27C4-4163-A6F3-EED2D910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7C813-25B7-426F-92B8-CAB85BA2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7EF84-DBAA-41EE-9C06-0AF76DCF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EMPLOYEE ONBOARDING    01 / 06</a:t>
            </a:r>
          </a:p>
        </p:txBody>
      </p:sp>
    </p:spTree>
    <p:extLst>
      <p:ext uri="{BB962C8B-B14F-4D97-AF65-F5344CB8AC3E}">
        <p14:creationId xmlns:p14="http://schemas.microsoft.com/office/powerpoint/2010/main" val="11683130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EA6C9-40D1-45E1-B1A0-28A9C27E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EMPLOYEE 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B6A19-C4F9-4773-97D7-FDDE30F9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Start here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9DE5B-AC72-48D5-BEAA-D17D9A4D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Practice onboarding guide · Fictional company and contacts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AE426-C8BC-4D2F-979B-F7F7936B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7981F-E0F1-4964-91DA-AF1F382A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3D179-60E2-4FB9-A303-B78976FF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Your manager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7E927-B092-4739-8EFE-B682991D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Morgan Lee sets your first-month priorities and approves system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91A71-94B2-4BAA-8CEA-164C23BB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ED1B1-EF9E-4EC5-BE10-BBE9C773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Your onboarding buddy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19BD0-5A04-4ECE-99DD-2F222351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Taylor Chen helps with team routines and points you to the right owner.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87A85-4A1A-4791-850E-AB1E8F60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DD0DC-04BA-4219-8E7D-05614020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First-month goal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EF8BE-6F9A-4BDD-BB3C-5ECD72D3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Learn the weekly operations review and lead one prepared section by day 30.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FBF61-A169-425C-B9E2-73F2CBC7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F9C37-3EA6-4C21-BFA6-A42469AA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DC6BD-4E72-4D5D-BA78-CE743C14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Ask in the team channel for general questions; send account or device issues to IT privately.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397E9-9B5C-4B21-9492-3CF015E6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0E990-E803-4BC7-93B7-21FCB11E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D4D705-4FB6-4BF9-B671-201C730F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EMPLOYEE ONBOARDING    02 / 06</a:t>
            </a:r>
          </a:p>
        </p:txBody>
      </p:sp>
    </p:spTree>
    <p:extLst>
      <p:ext uri="{BB962C8B-B14F-4D97-AF65-F5344CB8AC3E}">
        <p14:creationId xmlns:p14="http://schemas.microsoft.com/office/powerpoint/2010/main" val="15045322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53CC70-1E81-4981-8525-C6C09753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EMPLOYEE 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1EF94-46F0-4889-8ABB-58F4EAAD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Your first week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B1EF0-4E0B-4771-A898-89943F8A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Day-by-day starting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781A7-2278-4F7E-88CC-451B8FF4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ACB64-0CBE-4BFC-9ABB-A5C99B3D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44527-1863-4263-8149-E99ECDD8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Day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8258F-22EE-4DEE-9D90-F9276005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Sign in, set up multi-factor authentication, meet Morgan, and review the team handbook.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55418-B0CF-4395-9145-9AD8777F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FF2B6-0675-44A2-8A2F-20B523EB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Day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E2A50-6FD3-4839-9416-847AB37F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Request approved systems in the IT access portal and attend the data workflow walkthrough.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86B9C-F53B-4CB6-BD97-19EFC680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107ED-B9C2-43E4-BB30-20C2CBEB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Day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49A20-CE00-45AA-8C32-C814CE3B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Shadow Taylor during the weekly operations review; note decisions and recurring metrics.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1A5E4-DF22-4D95-AF4D-BCE241FC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6062A-AC3E-4CE4-AE52-50E13F64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Day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C97F1-8830-41C6-BC2C-FD3E567E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Walk Morgan through your notes and agree on one small task for week two.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59FFA-567B-4AB4-B534-5408EEBE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34FF6A-20F2-4832-9DB2-631F0952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F1696-84E5-4291-AF81-D338198A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EMPLOYEE ONBOARDING    03 / 06</a:t>
            </a:r>
          </a:p>
        </p:txBody>
      </p:sp>
    </p:spTree>
    <p:extLst>
      <p:ext uri="{BB962C8B-B14F-4D97-AF65-F5344CB8AC3E}">
        <p14:creationId xmlns:p14="http://schemas.microsoft.com/office/powerpoint/2010/main" val="652677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D2AC0-0AF3-47E2-9018-FF16A51E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EMPLOYEE 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9F41E-7FDA-4EDE-84F1-3ACBDBC8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Requesting system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E1B42-E56D-4AF6-911C-7A794FC1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Use the least access required for your role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3AE4A-E03A-4737-8F34-0D1532B7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E706D-1D96-4DBC-AFD3-B23C8F45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EC175-F3CA-42C5-8603-F7D8940C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1 · Open the portal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041AF-CD03-4722-83A9-F8D4938F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Choose the system and the Operations Analyst role.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CEFF1-8487-4523-8CE3-BE77D98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C5432-7A19-4FED-B83F-B092C7BE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2 · Explain the need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014BC-69E3-4ACF-8C5C-3445BEF8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Name the project, what you need to do, and how long access is needed.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687F8-9EB5-40C1-B8B8-CA4F4F86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566AB-37CF-4C75-9114-E9330754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3 · Manager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FCD9D-8EE4-44D6-A5FE-DCA77CD6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Morgan approves or adjusts the request. IT provisions the approved role.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7E65B-0D86-4824-809A-B28A11FE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53FE5-27FF-46A0-A0EC-68A5A864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Blocked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66BEA-6BF1-4E53-8899-4D1E9281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If the request is pending longer than two working days, ask Morgan to follow up with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5B44E-6E42-44A7-AE37-D231C16A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F407A-5224-4426-B2C0-A833FE87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83BEED-97F5-48F9-A03E-3A5B61FB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EMPLOYEE ONBOARDING    04 / 06</a:t>
            </a:r>
          </a:p>
        </p:txBody>
      </p:sp>
    </p:spTree>
    <p:extLst>
      <p:ext uri="{BB962C8B-B14F-4D97-AF65-F5344CB8AC3E}">
        <p14:creationId xmlns:p14="http://schemas.microsoft.com/office/powerpoint/2010/main" val="1994991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A428D-AC91-4A30-A7F4-A2F29B9F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EMPLOYEE 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AC0A2-D6F4-40D0-A406-67CD20C7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People and working habits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68EB1-1A9A-4838-B798-837D0CC1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Build a useful map of the 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1920A-04AE-4124-ADEB-CB164B3C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14E89-FC2F-45CE-8089-D6AF6F09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894F7-0516-4D19-A281-F66B8355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Manager · Morgan Lee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7BCD8-7F70-4533-B0C5-345A3686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Priorities, approvals, workload, and feedback.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CA0E8-87C0-446B-973A-EEFFFC04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E36A8-236A-4AB8-96F0-8E3B7630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Buddy · Taylor Chen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F5F77-2235-4737-A3CA-07492403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Team routines, meeting context, and finding the right document.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41ECD-B528-4D02-A354-0205CB74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E8089-794E-4276-BA76-C29CCCFE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IT help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E0BDF-3312-4D4F-88EC-32910D8E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Laptop, account, permissions, and multi-factor issues.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7306A-5396-44D3-A9E3-378EE5F7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18E62-1379-4F86-9C1C-BFE8C6D1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People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EF6B2-8686-4BAA-98EE-6158E221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Benefits, leave, or private workplace support.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29F9C-E293-49A5-BBA6-B4D25709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6C65FE-FBB6-4FA6-84BD-40B6F502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A2ED5F-346B-445F-87C8-BADE0084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EMPLOYEE ONBOARDING    05 / 06</a:t>
            </a:r>
          </a:p>
        </p:txBody>
      </p:sp>
    </p:spTree>
    <p:extLst>
      <p:ext uri="{BB962C8B-B14F-4D97-AF65-F5344CB8AC3E}">
        <p14:creationId xmlns:p14="http://schemas.microsoft.com/office/powerpoint/2010/main" val="11663670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ED199F-4A8D-4648-9BDE-CEC5B7CA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EMPLOYEE 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C195A-271E-4FBE-A8A1-9660ED91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Your first 30 days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20719-6C93-4106-B13F-BB0F62A5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Know what progress looks like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79C50-4A02-43EF-A2C9-6F22E2AA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A7B36-F49C-4A18-8E57-7676A774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C4CA0-CE53-4194-B1A7-4B30D69C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9C8D3-50BE-4867-BE56-997AF4B0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Complete access setup, meet the team, and map the weekly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6405F-A346-40AC-A6ED-34AB4EDB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01636-1F53-43B7-83D4-D1E22411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Week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60AF7-2F12-4C4B-AE1A-EBFE05C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Draft one metrics summary and confirm it with Taylor.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6AD95-D458-4FB7-ABBF-CE65F8A8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5A1EB-DFBA-4021-9B93-F7FED4AC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Week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306C0-F4A7-47A6-813F-A5ACFDE3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Own a small review section with Morgan observing.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92D0E-C5A2-4C55-9378-5FA188BC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747A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D76C3A-83E2-4464-92E2-2890BD17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935BB-E6D1-4B79-BCF7-1B833077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Lead that section, collect feedback, and agree on your next-month goals.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17E1CA-D840-4F19-8369-08E8F7EF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EF99D-15FA-45D6-B76D-1027FDFF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529BA4-ECA3-42A2-97D4-5EB1C343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EMPLOYEE ONBOARDING    06 / 06</a:t>
            </a:r>
          </a:p>
        </p:txBody>
      </p:sp>
    </p:spTree>
    <p:extLst>
      <p:ext uri="{BB962C8B-B14F-4D97-AF65-F5344CB8AC3E}">
        <p14:creationId xmlns:p14="http://schemas.microsoft.com/office/powerpoint/2010/main" val="1077149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2026-10-10T07:03:52.9890000Z</dcterms:created>
  <dcterms:modified xsi:type="dcterms:W3CDTF">2026-10-10T07:03:52.9890000Z</dcterms:modified>
</coreProperties>
</file>