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d31d51608d468e" /><Relationship Type="http://schemas.openxmlformats.org/officeDocument/2006/relationships/extended-properties" Target="/docProps/app.xml" Id="Raaa73bebcb7d42d2" /><Relationship Type="http://schemas.openxmlformats.org/officeDocument/2006/relationships/officeDocument" Target="/ppt/presentation.xml" Id="R842b43de266d4c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dd0dcd5c1c450f"/>
  </p:sldMasterIdLst>
  <p:notesMasterIdLst>
    <p:notesMasterId xmlns:r="http://schemas.openxmlformats.org/officeDocument/2006/relationships" r:id="Rfacb03f3d69b4c3c"/>
  </p:notesMasterIdLst>
  <p:sldIdLst>
    <p:sldId xmlns:r="http://schemas.openxmlformats.org/officeDocument/2006/relationships" id="256" r:id="R88b7f03ba0ef449c"/>
    <p:sldId xmlns:r="http://schemas.openxmlformats.org/officeDocument/2006/relationships" id="257" r:id="Re8186434c2aa401d"/>
    <p:sldId xmlns:r="http://schemas.openxmlformats.org/officeDocument/2006/relationships" id="258" r:id="R9b88e6d9f4254fa6"/>
    <p:sldId xmlns:r="http://schemas.openxmlformats.org/officeDocument/2006/relationships" id="259" r:id="Recd4e886aec24355"/>
    <p:sldId xmlns:r="http://schemas.openxmlformats.org/officeDocument/2006/relationships" id="260" r:id="R08fe483b3b9547bc"/>
    <p:sldId xmlns:r="http://schemas.openxmlformats.org/officeDocument/2006/relationships" id="261" r:id="R300a0b3152bc4f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d0304d97cb4ef6" /><Relationship Type="http://schemas.openxmlformats.org/officeDocument/2006/relationships/slideMaster" Target="/ppt/slideMasters/slideMaster1.xml" Id="R37dd0dcd5c1c450f" /><Relationship Type="http://schemas.openxmlformats.org/officeDocument/2006/relationships/notesMaster" Target="/ppt/notesMasters/notesMaster1.xml" Id="Rfacb03f3d69b4c3c" /><Relationship Type="http://schemas.openxmlformats.org/officeDocument/2006/relationships/presProps" Target="/ppt/presProps.xml" Id="Ra67dae7564a14699" /><Relationship Type="http://schemas.openxmlformats.org/officeDocument/2006/relationships/tableStyles" Target="/ppt/tableStyles.xml" Id="R2139911397a44b2b" /><Relationship Type="http://schemas.openxmlformats.org/officeDocument/2006/relationships/slide" Target="/ppt/slides/slide1.xml" Id="R88b7f03ba0ef449c" /><Relationship Type="http://schemas.openxmlformats.org/officeDocument/2006/relationships/slide" Target="/ppt/slides/slide2.xml" Id="Re8186434c2aa401d" /><Relationship Type="http://schemas.openxmlformats.org/officeDocument/2006/relationships/slide" Target="/ppt/slides/slide3.xml" Id="R9b88e6d9f4254fa6" /><Relationship Type="http://schemas.openxmlformats.org/officeDocument/2006/relationships/slide" Target="/ppt/slides/slide4.xml" Id="Recd4e886aec24355" /><Relationship Type="http://schemas.openxmlformats.org/officeDocument/2006/relationships/slide" Target="/ppt/slides/slide5.xml" Id="R08fe483b3b9547bc" /><Relationship Type="http://schemas.openxmlformats.org/officeDocument/2006/relationships/slide" Target="/ppt/slides/slide6.xml" Id="R300a0b3152bc4f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c01646f6ab42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df31282fc64daf" /><Relationship Type="http://schemas.openxmlformats.org/officeDocument/2006/relationships/notesMaster" Target="/ppt/notesMasters/notesMaster1.xml" Id="R10e75634ccf04e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83fb64f1374c9e" /><Relationship Type="http://schemas.openxmlformats.org/officeDocument/2006/relationships/notesMaster" Target="/ppt/notesMasters/notesMaster1.xml" Id="R07a2136a2ffe48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6e185b72604def" /><Relationship Type="http://schemas.openxmlformats.org/officeDocument/2006/relationships/notesMaster" Target="/ppt/notesMasters/notesMaster1.xml" Id="R9444ad86847b4f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9a28bc00fb47aa" /><Relationship Type="http://schemas.openxmlformats.org/officeDocument/2006/relationships/notesMaster" Target="/ppt/notesMasters/notesMaster1.xml" Id="Rf0aa2b21f0ab4d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1d412c42904900" /><Relationship Type="http://schemas.openxmlformats.org/officeDocument/2006/relationships/notesMaster" Target="/ppt/notesMasters/notesMaster1.xml" Id="R61f595f4eba443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6882a730784196" /><Relationship Type="http://schemas.openxmlformats.org/officeDocument/2006/relationships/notesMaster" Target="/ppt/notesMasters/notesMaster1.xml" Id="R96c3350e9375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3f7a4b1b546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1f3530d0a47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696220a6a43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83b40a30ae4b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7d597871747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7d061653e44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F5D251-0137-499A-822A-AD29449ABE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F5AE98-A2A4-4724-A27C-0B22E06E2C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F7BF45-4767-4213-97EA-B8C9BE703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7DFEE2-D128-4996-8B0D-ECC7FB826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1FC5DC-B282-4CD9-AAF7-57B44D5137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87F7DB-235A-4F7D-8D27-6E15340621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E69A1C-DE9E-4034-8486-BD5AD0ABF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0BC25F-9F74-4D0E-9419-A20191CD90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6028D9-06AC-4A26-B9A6-A3B4F54C7D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8CD2B3-502D-44CE-B6C9-0D2E8E85AB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ce229ceb0d4a27" /><Relationship Type="http://schemas.openxmlformats.org/officeDocument/2006/relationships/slideLayout" Target="/ppt/slideLayouts/slideLayout1.xml" Id="R6a99078b7ded4637" /><Relationship Type="http://schemas.openxmlformats.org/officeDocument/2006/relationships/slideLayout" Target="/ppt/slideLayouts/slideLayout2.xml" Id="R1d96da5b06ba4474" /><Relationship Type="http://schemas.openxmlformats.org/officeDocument/2006/relationships/slideLayout" Target="/ppt/slideLayouts/slideLayout3.xml" Id="Rd3abc7b36dd34d37" /><Relationship Type="http://schemas.openxmlformats.org/officeDocument/2006/relationships/slideLayout" Target="/ppt/slideLayouts/slideLayout4.xml" Id="R40d97b0e6f244769" /><Relationship Type="http://schemas.openxmlformats.org/officeDocument/2006/relationships/slideLayout" Target="/ppt/slideLayouts/slideLayout5.xml" Id="R9477c0c259994982" /><Relationship Type="http://schemas.openxmlformats.org/officeDocument/2006/relationships/slideLayout" Target="/ppt/slideLayouts/slideLayout6.xml" Id="R397ef10a23f9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9078b7ded4637"/>
    <p:sldLayoutId xmlns:r="http://schemas.openxmlformats.org/officeDocument/2006/relationships" id="2147483650" r:id="R1d96da5b06ba4474"/>
    <p:sldLayoutId xmlns:r="http://schemas.openxmlformats.org/officeDocument/2006/relationships" id="2147483651" r:id="Rd3abc7b36dd34d37"/>
    <p:sldLayoutId xmlns:r="http://schemas.openxmlformats.org/officeDocument/2006/relationships" id="2147483652" r:id="R40d97b0e6f244769"/>
    <p:sldLayoutId xmlns:r="http://schemas.openxmlformats.org/officeDocument/2006/relationships" id="2147483653" r:id="R9477c0c259994982"/>
    <p:sldLayoutId xmlns:r="http://schemas.openxmlformats.org/officeDocument/2006/relationships" id="2147483654" r:id="R397ef10a23f9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32dd15b284f04" /><Relationship Type="http://schemas.openxmlformats.org/officeDocument/2006/relationships/notesSlide" Target="/ppt/notesSlides/notesSlide1.xml" Id="R9212769c5f7947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ccaf501ee4031" /><Relationship Type="http://schemas.openxmlformats.org/officeDocument/2006/relationships/notesSlide" Target="/ppt/notesSlides/notesSlide2.xml" Id="Rb9078d005bfe46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7967390034fe7" /><Relationship Type="http://schemas.openxmlformats.org/officeDocument/2006/relationships/notesSlide" Target="/ppt/notesSlides/notesSlide3.xml" Id="R0e63e787b80f48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64cc7731542d1" /><Relationship Type="http://schemas.openxmlformats.org/officeDocument/2006/relationships/notesSlide" Target="/ppt/notesSlides/notesSlide4.xml" Id="R07fa70fd347147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f937cdd934510" /><Relationship Type="http://schemas.openxmlformats.org/officeDocument/2006/relationships/notesSlide" Target="/ppt/notesSlides/notesSlide5.xml" Id="Rb88572e94a9844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ade76e1974ad3" /><Relationship Type="http://schemas.openxmlformats.org/officeDocument/2006/relationships/notesSlide" Target="/ppt/notesSlides/notesSlide6.xml" Id="R662067eb304b4b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047CD-6BC8-498A-9678-68C0495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E68E6-D085-4943-9FDC-1E9F4E2B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PITCHROOM AI  /  EVERYDAY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4AEE-D312-4185-9BC3-D55F675A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SYNTHETIC SAMPLE · SAFE TO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6AEA2-EF47-4D7F-BF97-716512F7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Northstar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FFBC4-53BD-45EC-ACB2-A842B1E9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 weekly product launch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F5D08-458A-443B-A509-3DEB4D4F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633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Use this deck to practise questions, check the cited slide, and try a spoken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4F087-55DC-4351-A781-62F466B2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43125"/>
            <a:ext cx="2733675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Ask naturally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Check the slide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Rehearse the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E9671-22FD-4C21-8946-ED942B7E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CCD98-5133-40B7-98AE-F337350B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22917-2CE0-4DC9-8B3F-0A4FBF89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PROJECT DELIVERY    01 / 06</a:t>
            </a:r>
          </a:p>
        </p:txBody>
      </p:sp>
    </p:spTree>
    <p:extLst>
      <p:ext uri="{BB962C8B-B14F-4D97-AF65-F5344CB8AC3E}">
        <p14:creationId xmlns:p14="http://schemas.microsoft.com/office/powerpoint/2010/main" val="54808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0BBE6-BB17-487C-90F0-8FC82705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PROJECT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56008-9A7E-4487-9B0A-91F99AE9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Weekly project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815D6-49DC-4972-AB82-1DBE2EDD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Week of 14 July · Fictional product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2A9C8-56E5-4A07-A4F9-17E3F6A6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5CA32-F600-4D2A-B636-E84CEF02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EBD66-7678-4E25-9815-E0FDCD15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Overall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153FB-31D8-40A5-9083-D563C0A9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Amber. Core reporting is ready; the export and access checks need attention.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09FC6-C045-4D0F-8FAB-578C7B5A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D3D56-2A0B-425E-B4B1-51FF32C7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D7150-C09E-4F6A-BC64-380D5891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Start a controlled customer pilot on 24 July with 12 invited teams.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22D0D-8423-4919-A4FD-ADFB3AF0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FABE9-9A16-4414-89E6-6E544D38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Shipped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1CC44-49B3-4B07-95CC-CEE330D4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Seven of eight priority dashboard views passed product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1CEC2-2CA9-42D0-B51B-98DD8C8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D26F2-1035-44EF-845C-82E13591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4653D-67CE-482A-BB6E-69E6262F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Keep the pilot date, then limit onboarding if export is still blocked on 21 July.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69FE3-EA69-4CF8-9C2D-96B63F6C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E4F12-4EA6-45A8-A48D-BE86B9F8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2C5FC-28CB-46DC-9A82-ED3013DF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PROJECT DELIVERY    02 / 06</a:t>
            </a:r>
          </a:p>
        </p:txBody>
      </p:sp>
    </p:spTree>
    <p:extLst>
      <p:ext uri="{BB962C8B-B14F-4D97-AF65-F5344CB8AC3E}">
        <p14:creationId xmlns:p14="http://schemas.microsoft.com/office/powerpoint/2010/main" val="1462222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14DC8-523F-4118-B4A5-8D029C72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PROJECT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1AE18-C457-4F15-BA08-2B2B9105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Milestones and owners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3900D-7981-465E-AF72-5D400085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The next five working days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A2FB8-A549-4F0B-A5A0-79897604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AC6BF-8029-46ED-8A25-B978FA7F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A710C-71B9-4A07-B33A-08EC8705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CSV export fix · Mei · 18 Jul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D643A-06BC-4C99-A911-E4DADF29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 date-format bug prevents finance teams from using the downloaded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38521-9979-4DFB-B051-4278E44D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794C1-5B9F-4771-8BF1-5A0438F4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Access review · Ravi · 19 Jul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4DCBC-06FB-4670-A9BE-33555F56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Confirm role permissions with Security before inviting pilot users.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6300A-4AA7-4005-B5D7-8A06DB26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32DE4-6AEC-448E-809B-F1D1747E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Pilot guide · Sam · 21 Jul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13107-57B4-4B26-B99D-F92C6E66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Prepare the 30-minute setup call and a first-week checklist.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A33C5-C078-4715-88F6-8A25716A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FD24D-9682-4945-B123-BE8CC6D4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Pilot launch · Jordan · 24 Jul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E5337-4293-4558-8434-CD7DF6D5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Invite 12 opted-in teams when export and access checks pass.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ED9C2-80DB-449C-9E76-2F298FBE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D8335-454E-4BDB-8380-0A6507FD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D569B-854C-489A-91D4-BBBFEB2B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PROJECT DELIVERY    03 / 06</a:t>
            </a:r>
          </a:p>
        </p:txBody>
      </p:sp>
    </p:spTree>
    <p:extLst>
      <p:ext uri="{BB962C8B-B14F-4D97-AF65-F5344CB8AC3E}">
        <p14:creationId xmlns:p14="http://schemas.microsoft.com/office/powerpoint/2010/main" val="1957639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2EEFB-57E6-4512-9627-A58645DF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PROJECT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3A8A5-74D0-413D-8896-11764929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What is blocking launch?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D7D8D-2C1A-41F7-B073-014F3BEC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Two checks have named owners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59BC6-974E-4583-B91B-C01122BB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8E397-EDA4-416E-84A6-ECD530A0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07856-3C71-4BEB-B509-C5BF8AF3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Export issue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3F58A-795B-4BFA-A025-8EC060AF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The CSV date bug is the main launch blocker. Mei owns the fix; a retest is due 18 July.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F8051-A007-4F7E-8571-7E34D471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9AB97-D834-428C-966C-E48F27E4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Role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B7775-33D2-4FD4-8376-7FEDDBCD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Security has not confirmed one read-only permission path. Ravi owns the review by 19 July.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21A70-E7A9-4FE3-9757-E0D7A3E1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A1F4B-65A9-46A7-907C-AFC07DFC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6CE37-E293-4415-9D71-58259824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If either check fails on 21 July, onboard six teams first and hold the remaining invites.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2EA91-BCD1-4CB7-A454-2900323A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9405B-1C87-4AA1-A879-26935890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Decision 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88304-868C-47BF-96D3-A9113949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Jordan can keep or reduce the pilot after reviewing the two test results.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6816F-CF25-4FA3-A20D-708D68B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8D7E7-F456-478E-8A6C-DBEA8BAF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FC34A-EC44-48DF-941C-42EE4F29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PROJECT DELIVERY    04 / 06</a:t>
            </a:r>
          </a:p>
        </p:txBody>
      </p:sp>
    </p:spTree>
    <p:extLst>
      <p:ext uri="{BB962C8B-B14F-4D97-AF65-F5344CB8AC3E}">
        <p14:creationId xmlns:p14="http://schemas.microsoft.com/office/powerpoint/2010/main" val="1749341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F4F2B-8E6A-4977-9805-61E6B7D0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PROJECT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2F373-C5E4-49FC-9958-1E706B4C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Risks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6D65E-03EE-4C8A-ABB5-D9F31481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What changed this week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A4C16-6A6A-4DBB-9088-25E893BD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17538-79DF-486D-8DA8-CF81068B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5B6A9-EA22-4ADF-8EB6-5B03B3BF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EADCE-99AD-4E20-B695-8B1570DD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Bulk editing moved out of the pilot. The first release includes saved views, filters, and CSV export.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F0DD3-FB0D-4578-88AF-A3F5DB9E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A3670-F155-431D-A8BF-116BA796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Capacity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82529-56EB-4599-8004-A41BFA4E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Two engineers are available for launch work. No additional launch staffing is assumed.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35DC3-ED75-421E-8ABF-476DF7B4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D3DB0-4333-4C6B-8D50-69F841D5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Customer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F8F6D-3FC8-4352-B774-5C75BC51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The export fix affects finance workflows; the access review affects all pilot roles.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BDB59-1603-4FB1-BF33-0BEFC2D7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CE9BE-3E96-4B9F-B134-3F45483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Escalation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94964-EA4F-4E95-8CBC-0484202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Raise a blocker in the team channel the same day; Jordan schedules a 15-minute decision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35098-879E-465A-9F0C-7B06EE1A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C3A34-5F02-48EA-8D3B-F40CE2D3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893E3-6AAA-49F6-8336-C25E525C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PROJECT DELIVERY    05 / 06</a:t>
            </a:r>
          </a:p>
        </p:txBody>
      </p:sp>
    </p:spTree>
    <p:extLst>
      <p:ext uri="{BB962C8B-B14F-4D97-AF65-F5344CB8AC3E}">
        <p14:creationId xmlns:p14="http://schemas.microsoft.com/office/powerpoint/2010/main" val="4319459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974AC-BAD7-431D-B161-D72E4363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PROJECT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4F416-0918-4BEE-B07D-50E486DA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Next seven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BBE87-9CB5-487A-B3D2-3BAB3D8C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A short sequence to protect the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A2661-EC39-48C6-8793-B9EB0817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300CE-6ACD-4B80-8D2A-18A43A4A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59BA6-AF2E-48AC-9D67-3085AB87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18 July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CA30E-8004-40B0-A5D7-D2EF2A44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Retest export with three date formats and a finance sample.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3992F-9CF5-4895-97D9-12E8D496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BFF84-8DDA-40F6-BC87-49BDF162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19 July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0B702-4A79-481B-8424-450F3AFA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Record the Security permission decision and retest each pilot role.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5559D-635C-473D-8ECE-F8CCB242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098C9-5E78-4223-ADAC-9FEF5E43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21 July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83CA7-52A1-468B-A985-26C6D710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Review both checks; choose 12 or six teams for the first wave.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91B21-8E48-48DE-8D5A-45E9BF58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5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CF445-4431-4A11-AC2E-C5C304C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24 July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B001E-1AA4-4D6E-AC85-C907EDF9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Run pilot setup calls and collect the first-day issues in the shared tracker.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884BB-CC98-488C-A098-75C891AC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1A7C8-324C-4A5A-9209-4B230FFD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BADBB-DD34-4899-8865-70D81CB9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PROJECT DELIVERY    06 / 06</a:t>
            </a:r>
          </a:p>
        </p:txBody>
      </p:sp>
    </p:spTree>
    <p:extLst>
      <p:ext uri="{BB962C8B-B14F-4D97-AF65-F5344CB8AC3E}">
        <p14:creationId xmlns:p14="http://schemas.microsoft.com/office/powerpoint/2010/main" val="1826377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2026-10-10T07:03:45.1290000Z</dcterms:created>
  <dcterms:modified xsi:type="dcterms:W3CDTF">2026-10-10T07:03:45.1290000Z</dcterms:modified>
</coreProperties>
</file>