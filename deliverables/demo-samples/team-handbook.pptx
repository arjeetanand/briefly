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dfa364feec474d" /><Relationship Type="http://schemas.openxmlformats.org/officeDocument/2006/relationships/extended-properties" Target="/docProps/app.xml" Id="R9a2ab02cbb8d478e" /><Relationship Type="http://schemas.openxmlformats.org/officeDocument/2006/relationships/officeDocument" Target="/ppt/presentation.xml" Id="Red196145ef504a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c2533cee284143"/>
  </p:sldMasterIdLst>
  <p:notesMasterIdLst>
    <p:notesMasterId xmlns:r="http://schemas.openxmlformats.org/officeDocument/2006/relationships" r:id="R068f17e6630b4e25"/>
  </p:notesMasterIdLst>
  <p:sldIdLst>
    <p:sldId xmlns:r="http://schemas.openxmlformats.org/officeDocument/2006/relationships" id="256" r:id="R9f06de0af0fd4af8"/>
    <p:sldId xmlns:r="http://schemas.openxmlformats.org/officeDocument/2006/relationships" id="257" r:id="Raef80441c8b74ab2"/>
    <p:sldId xmlns:r="http://schemas.openxmlformats.org/officeDocument/2006/relationships" id="258" r:id="R62b86ad7c38f499b"/>
    <p:sldId xmlns:r="http://schemas.openxmlformats.org/officeDocument/2006/relationships" id="259" r:id="Rb4cc484dfd3644fb"/>
    <p:sldId xmlns:r="http://schemas.openxmlformats.org/officeDocument/2006/relationships" id="260" r:id="R6401ed05b4724d7c"/>
    <p:sldId xmlns:r="http://schemas.openxmlformats.org/officeDocument/2006/relationships" id="261" r:id="R621184012d1244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7050e22d64f0c" /><Relationship Type="http://schemas.openxmlformats.org/officeDocument/2006/relationships/slideMaster" Target="/ppt/slideMasters/slideMaster1.xml" Id="R38c2533cee284143" /><Relationship Type="http://schemas.openxmlformats.org/officeDocument/2006/relationships/notesMaster" Target="/ppt/notesMasters/notesMaster1.xml" Id="R068f17e6630b4e25" /><Relationship Type="http://schemas.openxmlformats.org/officeDocument/2006/relationships/presProps" Target="/ppt/presProps.xml" Id="R906412142dec4d0c" /><Relationship Type="http://schemas.openxmlformats.org/officeDocument/2006/relationships/tableStyles" Target="/ppt/tableStyles.xml" Id="Ra278cda1ecc54d5e" /><Relationship Type="http://schemas.openxmlformats.org/officeDocument/2006/relationships/slide" Target="/ppt/slides/slide1.xml" Id="R9f06de0af0fd4af8" /><Relationship Type="http://schemas.openxmlformats.org/officeDocument/2006/relationships/slide" Target="/ppt/slides/slide2.xml" Id="Raef80441c8b74ab2" /><Relationship Type="http://schemas.openxmlformats.org/officeDocument/2006/relationships/slide" Target="/ppt/slides/slide3.xml" Id="R62b86ad7c38f499b" /><Relationship Type="http://schemas.openxmlformats.org/officeDocument/2006/relationships/slide" Target="/ppt/slides/slide4.xml" Id="Rb4cc484dfd3644fb" /><Relationship Type="http://schemas.openxmlformats.org/officeDocument/2006/relationships/slide" Target="/ppt/slides/slide5.xml" Id="R6401ed05b4724d7c" /><Relationship Type="http://schemas.openxmlformats.org/officeDocument/2006/relationships/slide" Target="/ppt/slides/slide6.xml" Id="R621184012d1244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e0c2656c4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c0eb9b38f54a5c" /><Relationship Type="http://schemas.openxmlformats.org/officeDocument/2006/relationships/notesMaster" Target="/ppt/notesMasters/notesMaster1.xml" Id="R1271ff66faac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213bba01f45af" /><Relationship Type="http://schemas.openxmlformats.org/officeDocument/2006/relationships/notesMaster" Target="/ppt/notesMasters/notesMaster1.xml" Id="R5472c715e084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6b8a9bb9e34bf8" /><Relationship Type="http://schemas.openxmlformats.org/officeDocument/2006/relationships/notesMaster" Target="/ppt/notesMasters/notesMaster1.xml" Id="Rd437df867b4546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612057e1e417c" /><Relationship Type="http://schemas.openxmlformats.org/officeDocument/2006/relationships/notesMaster" Target="/ppt/notesMasters/notesMaster1.xml" Id="R426ef1bf156a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5be727c73403f" /><Relationship Type="http://schemas.openxmlformats.org/officeDocument/2006/relationships/notesMaster" Target="/ppt/notesMasters/notesMaster1.xml" Id="R3ee9732ce5c14c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3ae59bd644bd9" /><Relationship Type="http://schemas.openxmlformats.org/officeDocument/2006/relationships/notesMaster" Target="/ppt/notesMasters/notesMaster1.xml" Id="Rc8a0e0cf61e9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a103b9ff64f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db0b2071342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d54c17ca84d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07b16e67248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f4566823a49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ea34d11041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EC63C-F7C0-4E81-B363-7054574E4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2B2D6B-21BA-4821-AFF8-76182E0EC2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3A614F-284F-401D-BB47-C4BBFCBF5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94D80-9775-4A30-85BE-BECE8A3A6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9B4AB5-9E04-4DE4-A99E-E6771E6BAA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E9E4EF-3766-46CA-A979-C24399A81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6F688D-5A00-42C9-A2C1-E9C8219D2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6D8EED-47B8-4EDF-ABD4-9A082513F5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373D7-7F4C-4FC0-B318-0C4634C8A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5BB592-B73D-4DA7-84BB-92BD1FB4E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a1881fef5a421e" /><Relationship Type="http://schemas.openxmlformats.org/officeDocument/2006/relationships/slideLayout" Target="/ppt/slideLayouts/slideLayout1.xml" Id="Rd133c88819794a81" /><Relationship Type="http://schemas.openxmlformats.org/officeDocument/2006/relationships/slideLayout" Target="/ppt/slideLayouts/slideLayout2.xml" Id="R2c8374e2736b47a8" /><Relationship Type="http://schemas.openxmlformats.org/officeDocument/2006/relationships/slideLayout" Target="/ppt/slideLayouts/slideLayout3.xml" Id="R44e64c3bcfb642c0" /><Relationship Type="http://schemas.openxmlformats.org/officeDocument/2006/relationships/slideLayout" Target="/ppt/slideLayouts/slideLayout4.xml" Id="R17e4bf2a09c14b5c" /><Relationship Type="http://schemas.openxmlformats.org/officeDocument/2006/relationships/slideLayout" Target="/ppt/slideLayouts/slideLayout5.xml" Id="Rd43dce610722447f" /><Relationship Type="http://schemas.openxmlformats.org/officeDocument/2006/relationships/slideLayout" Target="/ppt/slideLayouts/slideLayout6.xml" Id="R627d93a8cbed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33c88819794a81"/>
    <p:sldLayoutId xmlns:r="http://schemas.openxmlformats.org/officeDocument/2006/relationships" id="2147483650" r:id="R2c8374e2736b47a8"/>
    <p:sldLayoutId xmlns:r="http://schemas.openxmlformats.org/officeDocument/2006/relationships" id="2147483651" r:id="R44e64c3bcfb642c0"/>
    <p:sldLayoutId xmlns:r="http://schemas.openxmlformats.org/officeDocument/2006/relationships" id="2147483652" r:id="R17e4bf2a09c14b5c"/>
    <p:sldLayoutId xmlns:r="http://schemas.openxmlformats.org/officeDocument/2006/relationships" id="2147483653" r:id="Rd43dce610722447f"/>
    <p:sldLayoutId xmlns:r="http://schemas.openxmlformats.org/officeDocument/2006/relationships" id="2147483654" r:id="R627d93a8cbed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7520c27584c94" /><Relationship Type="http://schemas.openxmlformats.org/officeDocument/2006/relationships/notesSlide" Target="/ppt/notesSlides/notesSlide1.xml" Id="Rc0c64675616b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724988d7b4671" /><Relationship Type="http://schemas.openxmlformats.org/officeDocument/2006/relationships/notesSlide" Target="/ppt/notesSlides/notesSlide2.xml" Id="Rb7e2b3dc46df4a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cda1011fc43ae" /><Relationship Type="http://schemas.openxmlformats.org/officeDocument/2006/relationships/notesSlide" Target="/ppt/notesSlides/notesSlide3.xml" Id="R6180eaa585994e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6bb018d2e46f6" /><Relationship Type="http://schemas.openxmlformats.org/officeDocument/2006/relationships/notesSlide" Target="/ppt/notesSlides/notesSlide4.xml" Id="Ra24b1cabe756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529d9616e4763" /><Relationship Type="http://schemas.openxmlformats.org/officeDocument/2006/relationships/notesSlide" Target="/ppt/notesSlides/notesSlide5.xml" Id="Rb553c117787f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6916b0bbb4a02" /><Relationship Type="http://schemas.openxmlformats.org/officeDocument/2006/relationships/notesSlide" Target="/ppt/notesSlides/notesSlide6.xml" Id="R36e0ef312e8e4b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91C9B-7C7A-4D6B-AA29-B84A94F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2AFE0-C7BA-4BFB-AA53-44611EA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75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PITCHROOM AI  /  EVERYDAY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08D50-5E95-4279-964F-2B19DE95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SYNTHETIC SAMPLE · SAFE TO EXPLORE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C8165-1571-4AD4-9A0D-C039339C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Working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2E172-07FE-453D-919E-35CADD0A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 practical guide to everyday team policies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67FE4-38BD-418A-B6E9-F01451CA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633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Use this deck to practise questions, check the cited slide, and try a spoken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4AB58-443D-457A-98F0-8AF9C19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43125"/>
            <a:ext cx="273367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Ask naturally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Check the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  <a:p xmlns:a="http://schemas.openxmlformats.org/drawingml/2006/main">
            <a:pPr algn="l">
              <a:def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  Rehearse the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E4D3-8282-4A83-A4C6-DB9F98C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A2916-E491-49A3-9BC6-2F4A2618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82774-413E-4553-9D1E-F93AAE75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01 / 06</a:t>
            </a:r>
          </a:p>
        </p:txBody>
      </p:sp>
    </p:spTree>
    <p:extLst>
      <p:ext uri="{BB962C8B-B14F-4D97-AF65-F5344CB8AC3E}">
        <p14:creationId xmlns:p14="http://schemas.microsoft.com/office/powerpoint/2010/main" val="193708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10614-AAF5-4B93-BE7B-4C1154D8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TEAM HANDBOOK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47D04-1CB4-4030-AE4B-1E60CF5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 useful first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8A8E1-6B3F-470C-B717-8AA87C0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Practice handbook · Fictional company and policy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A54F8-DB3F-4BF2-A327-F49CFE0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0C0DA-586F-4518-9C43-F3DB9B5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FED5F-9C8D-4AFC-8250-7383B5B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Working hours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A607C-4AC3-4EF1-96A6-C915882B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The team core collaboration window is 10:00 to 15:00 local time. Set your own focus hours on the calendar.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EB5F9-EC9D-41DF-820F-88F37F2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0A1D9-1697-4A1E-92A4-8BC52169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Time 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80358-581C-4AD1-86AA-E9829C4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Add planned leave to the team calendar and notify your manager at least five working days ahead when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EE570-5F6C-46DC-9856-E963E98D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2412C-2659-4CBC-AE52-912409B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Expenses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EF67A-B80C-4EDC-BA50-3862A43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Get manager approval before any single business expense over $250.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43EFD-DD0B-45A2-A344-C0CD92D1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AE3E2-71C6-43DB-881A-47A39FD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80265-0EAA-47EF-B792-B4ACD7E8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Ask your manager for routine policy questions; use the People team channel for private leave or benefits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02A76-2BC3-4238-81CD-42E1B4B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F53D2-C607-4744-BB87-C7AEB4E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50D9B-1DB8-419E-8A46-933A4DD2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02 / 06</a:t>
            </a:r>
          </a:p>
        </p:txBody>
      </p:sp>
    </p:spTree>
    <p:extLst>
      <p:ext uri="{BB962C8B-B14F-4D97-AF65-F5344CB8AC3E}">
        <p14:creationId xmlns:p14="http://schemas.microsoft.com/office/powerpoint/2010/main" val="1346862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D6053-CD09-4CBF-BD5C-9A9E9EF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TEAM HANDBOOK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1260C-5CB8-495C-AFBE-EE3F0F3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Expense reimbursement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8A5B5-D0DE-44FD-986A-2A674E34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Before spending, submitting, or booking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C7A92-9E6C-4FE7-B06F-587EE435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5FEA7-1C56-4054-9E7D-42DE908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31078-AFB3-493A-9BD3-A0384B54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Before purchase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4ED2-9555-4562-9626-E308C245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Ask your manager in writing before a single expense over $250. Wait for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FC8F9-004B-4B46-A730-00597854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BA100-A476-45CF-89C1-D0C8BA1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745BC-29D7-4B96-B898-4B1967B1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Attach an itemized receipt for expenses of $25 or more. Add the business purpose and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F336C-6B77-4BB4-A8AE-F84D445A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425AD-7655-4A98-8338-039B981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AA3F0-21F8-4903-8582-19A789D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File the expense form within 10 calendar days of purchase.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9FF3E-6E0F-4F7D-AB94-4A6CB7A6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56C8F-8B4D-479F-9CA6-E52DBFD6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Reimbursement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67A62-A948-4CB6-8B38-DAB2E34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Approved claims are paid in the next monthly payroll cycle. Missing details are returned for correction.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CC3F1-59F4-4741-A175-3AB741D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87B04-70AC-4224-B2D1-D5C92DC3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5D0EC-519F-4ADD-897C-0B952C97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03 / 06</a:t>
            </a:r>
          </a:p>
        </p:txBody>
      </p:sp>
    </p:spTree>
    <p:extLst>
      <p:ext uri="{BB962C8B-B14F-4D97-AF65-F5344CB8AC3E}">
        <p14:creationId xmlns:p14="http://schemas.microsoft.com/office/powerpoint/2010/main" val="208002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DC9D8-61CB-4D49-955C-C270B55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TEAM HANDBOOK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8E3EC-6549-4256-88DF-21AE41F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Time away from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F7E4F-8A17-4B5C-AF1C-89E2B59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Tell the team early and keep the calendar current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4B657-B2B0-40EF-A15C-D739A089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5B0A1-1B7D-44E3-96D8-F6D9A26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1C6EB-36D8-4639-BCD4-D35563A7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Planned leave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A086B-6E10-45C0-B90B-51A344B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Tell your manager five working days ahead when possible and add the dates to the team calendar.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DF5D7-20E7-4147-A24D-8B5BCDD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1F4F9-B002-4D6C-A5BC-52CF049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Short notice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36081-B3DD-42F7-9C31-286369BC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For illness or an urgent issue, message your manager before your normal start time if you 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BF3A6-839B-41B2-B877-3867A881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B8A44-252A-4B9E-B628-F99829D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74EEB-361E-4E70-A969-D2E4AD8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Add a short handoff note for work due while you are away.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C1D6B-AF43-4609-B2F1-291FC2EB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64CAB-43A8-41D6-AEB9-437701B6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Private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EEDB1-4089-4795-A146-C542BA1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Share personal or medical information only with the People team when it is needed for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7AB91-5AD6-4827-8966-0482DA8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CD01E-D775-450B-9C2F-6149E416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B95E2-9239-4B36-9255-D875EF0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04 / 06</a:t>
            </a:r>
          </a:p>
        </p:txBody>
      </p:sp>
    </p:spTree>
    <p:extLst>
      <p:ext uri="{BB962C8B-B14F-4D97-AF65-F5344CB8AC3E}">
        <p14:creationId xmlns:p14="http://schemas.microsoft.com/office/powerpoint/2010/main" val="633715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72CEB-B7CE-46B3-A94E-D353367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TEAM HANDBOOK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52C19-CCAC-4051-9957-920296B6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Access and safe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4329E-B143-48D2-BB6D-3600FAE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Protect work information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8306E-08DA-42B6-9723-BBAB52C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77F97-6ABB-42A8-8110-569B7CB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22790-CE07-45CF-9FD1-0513659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System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9B455-C41D-47E7-B639-3FE7D57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Request accounts in the IT access portal; your manager must approve role-based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59EF-81DF-49D6-920F-11BC7E3D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6BD20-2E65-4790-9AE2-8D1E615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Passwords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ECFC-8DD7-4779-BF2D-B75486F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Use the company password manager and multi-factor authentication. Never share a one-time code.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C5621-3AD6-40E7-8451-88A0B07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621CD-E48C-41E8-8D30-793D560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3E898-B857-49E0-BA5B-74C56517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Store customer work in approved shared drives; do not forward it to a personal account.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2BCDA-EBCC-4E82-9E1D-5068BED1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5710-0A86-4A6B-8F30-1FD60738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Lost 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3AD44-C961-4E0C-89E8-E8EC8A94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Contact the IT help queue immediately to disable the session and report the device.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A4241-8618-4634-A73F-ABC33BF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800DE-24EA-4DA8-B493-163B718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B7F5D-1FAC-4B99-A79A-5090FFC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05 / 06</a:t>
            </a:r>
          </a:p>
        </p:txBody>
      </p:sp>
    </p:spTree>
    <p:extLst>
      <p:ext uri="{BB962C8B-B14F-4D97-AF65-F5344CB8AC3E}">
        <p14:creationId xmlns:p14="http://schemas.microsoft.com/office/powerpoint/2010/main" val="550663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FA69D-5EB3-4966-8FB0-196B1E7B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TEAM HANDBOOK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9E4FF-CFEC-4BBF-B95D-8D17DC75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0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Where to get 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A31DB-CE42-42BA-BE57-7BBA36C5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Choose the right place for the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A392D-1581-4FE3-AD72-9FE0496D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2BB1D-34A8-4759-9E61-FD2F68A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AD144-9319-477A-B2C0-5CD33F42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Project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C8BF2-EB00-4E0D-BBB1-A79404D0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Ask your manager or post in the team channel with the deadline and blocker.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71BBD-BAB9-40FB-8C46-40D829DE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6DAA5-1E9F-4C39-BD41-0759870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Workplace or leave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65033-7E39-4C15-8D47-2713B2E0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Message the People team privately; do not post personal details in a group channel.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E638E-5FCF-4CA9-90FC-D65E3790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D6966-E154-4E54-AFB1-B627A48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Account or laptop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6AB8-51CE-4570-90D0-643DE360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Open an IT help request. A locked account can be marked urgent.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DE44-30AB-4FF7-861C-760E8BD3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C5A2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10D44-8806-4535-8039-84E20D2C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2939"/>
                </a:solidFill>
                <a:latin typeface="Helvetica Neue"/>
                <a:ea typeface="Helvetica Neue"/>
                <a:cs typeface="Helvetica Neue"/>
              </a:rPr>
              <a:t>Customer escalation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B6E31-639D-4615-A717-97F1969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5"/>
                </a:solidFill>
                <a:latin typeface="Helvetica Neue"/>
                <a:ea typeface="Helvetica Neue"/>
                <a:cs typeface="Helvetica Neue"/>
              </a:rPr>
              <a:t>Tell the account lead and support queue; include impact, customer, and next deadline.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589B5-B92E-4E42-9F0C-305B534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CE4FE-B6C6-4769-8F28-10BB670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SYNTHETIC PRACTICE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D780B-004B-46A4-8642-924B75B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096"/>
                </a:solidFill>
                <a:latin typeface="Helvetica Neue"/>
                <a:ea typeface="Helvetica Neue"/>
                <a:cs typeface="Helvetica Neue"/>
              </a:rPr>
              <a:t>TEAM HANDBOOK    06 / 06</a:t>
            </a:r>
          </a:p>
        </p:txBody>
      </p:sp>
    </p:spTree>
    <p:extLst>
      <p:ext uri="{BB962C8B-B14F-4D97-AF65-F5344CB8AC3E}">
        <p14:creationId xmlns:p14="http://schemas.microsoft.com/office/powerpoint/2010/main" val="475526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2026-10-10T07:03:50.5160000Z</dcterms:created>
  <dcterms:modified xsi:type="dcterms:W3CDTF">2026-10-10T07:03:50.5160000Z</dcterms:modified>
</coreProperties>
</file>